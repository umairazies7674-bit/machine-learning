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f901203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f901203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f901203a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f901203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f901203a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f901203a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f901203a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f901203a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901203a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f901203a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f901203a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f901203a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f901203a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f901203a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f901203a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f901203a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f901203ab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f901203a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901203a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f901203a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f901203a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f901203a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f901203a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f901203a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f901203a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f901203a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f901203a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cf901203a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f901203a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f901203a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f901203a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cf901203a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f901203ab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f901203ab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f901203ab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f901203ab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f901203ab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f901203ab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f901203ab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f901203ab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f901203a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f901203a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f901203a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f901203a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f901203a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f901203a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f901203a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f901203a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f901203ab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f901203ab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f901203ab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f901203ab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f901203ab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f901203ab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f901203ab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f901203ab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fb956fe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fb956fe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cf901203ab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cf901203a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f901203ab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f901203ab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cf901203ab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cf901203ab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f901203ab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f901203ab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f901203ab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f901203ab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cf901203ab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cf901203ab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/>
              <a:t>Certification in Applied Machine Learning using python for Business Analytics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-Ramvikas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DAY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Course Vision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Understand how AI and ML influence modern business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Learn how data drives decision making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 Python as a business analytics tool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Why AI Matters in Business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25375" y="1123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Companies generate massive data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AI converts data into insights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AI helps predict future trends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Examples: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Netflix recommendations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Amazon product suggestions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Fraud detection in banking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b="1" lang="en-GB" sz="1700"/>
              <a:t>What is Artificial Intelligence</a:t>
            </a:r>
            <a:endParaRPr b="1" sz="17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100">
                <a:solidFill>
                  <a:schemeClr val="dk1"/>
                </a:solidFill>
              </a:rPr>
              <a:t> </a:t>
            </a:r>
            <a:r>
              <a:rPr lang="en-GB" sz="1500">
                <a:solidFill>
                  <a:schemeClr val="dk1"/>
                </a:solidFill>
              </a:rPr>
              <a:t>Artificial Intelligence refers to systems capable of performing tasks that typically require human intelligence.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500">
                <a:solidFill>
                  <a:schemeClr val="dk1"/>
                </a:solidFill>
              </a:rPr>
              <a:t>Examples: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Speech recognition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Image recognition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Decision support systems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What is Machine Learning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Machine Learning is a subset of AI where systems learn patterns from data and improve performance without explicit programming.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Simple concept: Data → Learning Algorithm → Predictions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 Types of Machine Learning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Supervised Learning ,Unsupervised Learning ,Reinforcement Learning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Business examples</a:t>
            </a:r>
            <a:r>
              <a:rPr lang="en-GB" sz="1100">
                <a:solidFill>
                  <a:schemeClr val="dk1"/>
                </a:solidFill>
              </a:rPr>
              <a:t> for each type.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Customer churn prediction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Sales forecasting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Fraud detection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Recommendation systems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ML Workflow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A typical ML workflow includes: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Problem understanding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Data collection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Data exploration (EDA)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Data preparation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Train–test split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Model training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Model evaluation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GB" sz="1400">
                <a:solidFill>
                  <a:schemeClr val="dk1"/>
                </a:solidFill>
              </a:rPr>
              <a:t>Model improvement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Python in Business Analytics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400">
                <a:solidFill>
                  <a:schemeClr val="dk1"/>
                </a:solidFill>
              </a:rPr>
              <a:t>Why Python?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Simple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Powerful libraries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Used by Google, Netflix, Meta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Day 2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Data Analytics with Python</a:t>
            </a:r>
            <a:r>
              <a:rPr lang="en-GB"/>
              <a:t> for Business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Objective: Learn how businesses analyze data to generate insights and make decisions.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Data Matters in Business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Every business today generates data:</a:t>
            </a:r>
            <a:endParaRPr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-GB">
                <a:solidFill>
                  <a:schemeClr val="dk1"/>
                </a:solidFill>
              </a:rPr>
              <a:t>Sales transactions</a:t>
            </a:r>
            <a:endParaRPr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-GB">
                <a:solidFill>
                  <a:schemeClr val="dk1"/>
                </a:solidFill>
              </a:rPr>
              <a:t>Customer interactions</a:t>
            </a:r>
            <a:endParaRPr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-GB">
                <a:solidFill>
                  <a:schemeClr val="dk1"/>
                </a:solidFill>
              </a:rPr>
              <a:t>Marketing campaigns</a:t>
            </a:r>
            <a:endParaRPr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-GB">
                <a:solidFill>
                  <a:schemeClr val="dk1"/>
                </a:solidFill>
              </a:rPr>
              <a:t>Delivery and operations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Companies that understand their data make better decisions.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Examples:</a:t>
            </a:r>
            <a:endParaRPr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-GB">
                <a:solidFill>
                  <a:schemeClr val="dk1"/>
                </a:solidFill>
              </a:rPr>
              <a:t>Amazon recommends products</a:t>
            </a:r>
            <a:endParaRPr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-GB">
                <a:solidFill>
                  <a:schemeClr val="dk1"/>
                </a:solidFill>
              </a:rPr>
              <a:t>Swiggy predicts delivery times</a:t>
            </a:r>
            <a:endParaRPr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-GB">
                <a:solidFill>
                  <a:schemeClr val="dk1"/>
                </a:solidFill>
              </a:rPr>
              <a:t>Netflix recommends movies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Business Data Analytics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Business Data Analytics is the process of examining data to discover useful information for business decisions.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Analytics answers questions like: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Which product sells the most?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Which city generates the highest revenue?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Which marketing campaign worked best?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Business Data</a:t>
            </a:r>
            <a:endParaRPr/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Sales Data Example: daily revenue, product sales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Customer Data Example: age, location, purchasing behaviour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Marketing Data Example: campaign performance, click rates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Operations Data Example: delivery time, inventory levels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Dataset</a:t>
            </a:r>
            <a:endParaRPr/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 dataset: Swiggy Orders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Columns: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Order ID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City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Product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Price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Quantity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Delivery Time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Using this data we can answer many business questions.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Questions from Data</a:t>
            </a:r>
            <a:endParaRPr/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Examples: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Which product sells the most?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Which city places the most orders?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What is the average order value?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Which product generates the highest revenue?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Why Python for Data Analytics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Python is widely used because: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Easy to learn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Powerful data analysis libraries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Used by companies like Google, Netflix, Amazon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Important Python libraries: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Pandas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NumPy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Matplotlib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Seaborn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Introduction to Pandas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Pandas is a Python library used for data analysis.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It helps in: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Loading datasets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Cleaning data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Exploring data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Calculating statistics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Loading Data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 code: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import pandas as pd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 = pd.read_csv("sales_data.csv")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data.head()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Explanation:</a:t>
            </a:r>
            <a:endParaRPr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-GB">
                <a:solidFill>
                  <a:schemeClr val="dk1"/>
                </a:solidFill>
              </a:rPr>
              <a:t>pandas library imported</a:t>
            </a:r>
            <a:endParaRPr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-GB">
                <a:solidFill>
                  <a:schemeClr val="dk1"/>
                </a:solidFill>
              </a:rPr>
              <a:t>CSV dataset loaded</a:t>
            </a:r>
            <a:endParaRPr>
              <a:solidFill>
                <a:schemeClr val="dk1"/>
              </a:solidFill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-GB">
                <a:solidFill>
                  <a:schemeClr val="dk1"/>
                </a:solidFill>
              </a:rPr>
              <a:t>first rows displayed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Understanding the Dataset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 first step in analytics is understanding the structure of the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Questions: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How many rows exist?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What columns exist?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What type of data is present?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Checking Dataset Information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Code: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data.info()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shows: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column names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number of records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data types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 Descriptive Statistics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Code: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data.describe()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provides summary statistics such 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mean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minimum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maximum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standard deviation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These help analysts understand the distribution of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Counting Categories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Code: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data["city"].value_counts()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helps answer: Which city has the most orders?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Product Popularity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Code: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data["product"].value_counts()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answers: Which product sells the most?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Average Order Value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Code: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data["price"].mean()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calculates the average order value.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Revenue Calculation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Revenue can be calculated as: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Revenue = Price × Quantity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Example code: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data["revenue"] = data["price"] * data["quantity"]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Revenue by City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Code: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data.groupby("city")["revenue"].sum()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shows which city generates the highest revenue.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Why These Insights Matter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Insights help managers make decisions such as: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Which products to promote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Which cities need expansion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Which items generate high profit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 Example Business Insight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Example finding: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Bangalore generates highest revenue.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Business decision: Increase marketing in Bangalore.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Data Analytics Workflow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Typical workflow: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Define business question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Collect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Explore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Analyze data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Generate insights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Make business decision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Hands-on Exercise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Students will analyze a dataset and answer: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Which product sells the most?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Which city generates highest revenue?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What is the average order value?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2"/>
          <p:cNvSpPr txBox="1"/>
          <p:nvPr>
            <p:ph idx="1" type="body"/>
          </p:nvPr>
        </p:nvSpPr>
        <p:spPr>
          <a:xfrm>
            <a:off x="311700" y="0"/>
            <a:ext cx="8520600" cy="45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Basic Exploration</a:t>
            </a:r>
            <a:endParaRPr b="1" sz="13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How many total orders are there?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Which city has the most orders?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Product Insights</a:t>
            </a:r>
            <a:endParaRPr b="1" sz="13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3"/>
            </a:pPr>
            <a:r>
              <a:rPr lang="en-GB" sz="1100">
                <a:solidFill>
                  <a:schemeClr val="dk1"/>
                </a:solidFill>
              </a:rPr>
              <a:t>Which product sells the most?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3"/>
            </a:pPr>
            <a:r>
              <a:rPr lang="en-GB" sz="1100">
                <a:solidFill>
                  <a:schemeClr val="dk1"/>
                </a:solidFill>
              </a:rPr>
              <a:t>Which product generates the highest revenue?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Business Insights</a:t>
            </a:r>
            <a:endParaRPr b="1" sz="13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5"/>
            </a:pPr>
            <a:r>
              <a:rPr lang="en-GB" sz="1100">
                <a:solidFill>
                  <a:schemeClr val="dk1"/>
                </a:solidFill>
              </a:rPr>
              <a:t>Which city generates the highest revenue?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5"/>
            </a:pPr>
            <a:r>
              <a:rPr lang="en-GB" sz="1100">
                <a:solidFill>
                  <a:schemeClr val="dk1"/>
                </a:solidFill>
              </a:rPr>
              <a:t>What is the average order value?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Customer Behaviour</a:t>
            </a:r>
            <a:endParaRPr b="1" sz="13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7"/>
            </a:pPr>
            <a:r>
              <a:rPr lang="en-GB" sz="1100">
                <a:solidFill>
                  <a:schemeClr val="dk1"/>
                </a:solidFill>
              </a:rPr>
              <a:t>Do </a:t>
            </a:r>
            <a:r>
              <a:rPr b="1" lang="en-GB" sz="1100">
                <a:solidFill>
                  <a:schemeClr val="dk1"/>
                </a:solidFill>
              </a:rPr>
              <a:t>returning customers</a:t>
            </a:r>
            <a:r>
              <a:rPr lang="en-GB" sz="1100">
                <a:solidFill>
                  <a:schemeClr val="dk1"/>
                </a:solidFill>
              </a:rPr>
              <a:t> spend more?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 startAt="7"/>
            </a:pPr>
            <a:r>
              <a:rPr lang="en-GB" sz="1100">
                <a:solidFill>
                  <a:schemeClr val="dk1"/>
                </a:solidFill>
              </a:rPr>
              <a:t>Which payment method is most popular?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 Using AI for Dataset Analysis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Example prompt: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"Analyze this dataset and provide key business insights such as top products, revenue distribution, and recommendations."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From Data to Business Strategy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Data → Insights → Decisions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Example: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Data shows product A sells most Decision: increase inventory and marketing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 – Limitations of Data Analytics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Analytics explains: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What happened Why it happened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But it cannot always predict the future.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</a:rPr>
              <a:t>Introduction to Machine Learning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Machine learning helps predict future outcomes.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Examples: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Predict sales Predict customer churn Predict product demand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/>
              <a:t>Example Prediction Question</a:t>
            </a:r>
            <a:endParaRPr/>
          </a:p>
        </p:txBody>
      </p:sp>
      <p:sp>
        <p:nvSpPr>
          <p:cNvPr id="246" name="Google Shape;246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Using past sales data: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Can we predict next month’s sales?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This is where machine learning is used.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